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scrybe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documentation for nonprofit case managers.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22960" y="2926080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Richard Jones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Co-Founder &amp; CEO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Valerie Phoenix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Co-Founder &amp; CTO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 ·  $150K  ·  February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info@scrybesolutions.com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managers spend more time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typing than helping people.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every client call, case managers spend 10-30 minutes manually writing notes, copying data into forms, updating spreadsheets, and logging progress for grant reports.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staff time goes to documentation,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direct client service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 hrs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56616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weekly to manual data entry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single nonprofit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30936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nonprofits still track clients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spreadsheets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NTEN Nonprofit Technology Survey, customer discovery interviews (n=30+)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160520"/>
            <a:ext cx="7498080" cy="5029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1605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"We're so bogged down with data that people are walking through the doors and I'm having to say, I got more data to enter." — Carly, Director of Reentry Services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phone call replaces 20 minutes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manual work. Every time.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Scrybe is a VoIP phone system with built-in AI that listens to client calls, extracts what matters, and completes documentation automatically.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SCRYBE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 5 tools per call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 20 min of post-call work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 Data lives in silos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 Notes are late or missing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93776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SCRYBE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1 platform, 0 extra minutes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6 outputs per call, automatic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One source of truth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Every follow-up tracked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4434840"/>
            <a:ext cx="7498080" cy="5029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4348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I could just make a phone call and have all the paperwork done? That would change everything." — Carly, Family Assistance Program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call. AI does the rest.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47472" cy="347472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737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Call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212140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manager calls a client through Scrybe. No extra tools — just a natural conversation about housing, employment, parole, or whatever the client needs.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347472" cy="347472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743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Listens &amp; Organizes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312724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they talk, Scrybe converts natural language into structured data. "I have an interview Thursday" becomes an employment milestone, a follow-up task, and a grant data point.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794760"/>
            <a:ext cx="347472" cy="347472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749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Gets Done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413308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hang-up: case note written, forms auto-filled, follow-ups assigned, team notified, compliance updated, and grant progress tracked. Zero extra minutes.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297680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34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per call: Case notes  ·  Forms  ·  Compliance fields  ·  Team alerts  ·  Follow-ups  ·  Grant reports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MOAT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an AI wrapper. It's a compliance-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intelligence system.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can connect an LLM to a phone in a weekend. They can't replicate what Scrybe is building.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BUILT TODAY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platform (Next.js, PostgreSQL)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7797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VoIP calling, AI transcription, smart forms,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management — live and functional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1821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HIPAA-compliant infrastructure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4015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 encryption, MFA, SOC 2-aligned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logging, 7-year immutable audit trail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8039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pipeline (Claude + Deepgram)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speech-to-text, structured data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extraction, automated form generation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2286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DEFENSIBLE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2560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AI models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7797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LLMs — client data never leaves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Scrybe. Custom models per vertical.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31821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memory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401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each org's terminology and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patterns. Every call makes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Scrybe harder to replace.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38039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as architecture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4023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HIPAA, SOC 2, audit trails in the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— not bolted on after.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44256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funder APIs (roadmap)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46451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submission to HUD, DOJ, SAMHSA.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Funders prefer our format = mandatory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nonprofit, six case managers,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$4,764 a year.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$149/org + $39/seat + $7/phone line  ·  Average org = $397/mo  ·  COGS: ~$7-12/user/mo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0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$12B+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926080" y="2240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human services technology spend (Grand View Research, 2024)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$786M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26080" y="27889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165K US human services nonprofits × $4,764/yr average contract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$2.4M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26080" y="3337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CA nonprofits × $4,764/yr — our Year 1-3 beachhead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977640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148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California first: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4348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$280M allocated to certify 15,000 Community Health Workers. CHWs are now billable to Medi-Cal — nonprofits that document properly can bill insurance for services they used to give away free. 24 states have similar programs.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channels active today.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more in the pipeline.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Network Expansion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Assistance has 14 partner orgs. When Org A refers a client to Org B through Scrybe, Org B sees the value firsthand. Built-in viral loop — every referral is a product demo.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334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Thought Leadership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0779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content to nonprofit directors on CHW billing and documentation automation. $0 CAC — organic pipeline from founder networks.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337560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456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PIPELINE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company partnerships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3703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conversations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9319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Medi-Cal insurers want clean CHW documentation — we partner with insurers who recommend Scrybe to providers.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1605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funder integration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43891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reporting APIs for HUD/DOJ/SAMHSA. When Scrybe is the easiest way to submit, funders push adoption.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6177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Conference circuit + referral program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0" y="4617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48463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NTEN, AFP, state conferences. Pilot partners present case studies. 1 month free per converting referral.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 6 weeks. Pilot launching now.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65960" y="16916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started. Full platform built from scratch.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65960" y="20391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VoIP, AI transcription, smart forms, HIPAA infrastructure — 80% complete.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865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38658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agreement signed: Family Assistance ($30M org, 400+ clients/wk).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0" y="23865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7340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273405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launching. Discovery calls with Salvation Army and Dept of Rehab.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23760" y="27340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65960" y="30815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 of intent for expansion post-pilot. Insurance talks active.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3474720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118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interest — before any public launch or marketing spend: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931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Nonprofits: Family Assistance (signed), Salvation Army, Dept of Rehab, 14 partner orgs in pipeline.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2519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nonprofits: Inbound conversations from engineering leaders at Figma, Apple, and Yahoo exploring PM workflow tooling. Medical professionals including dental and therapy practices exploring documentation automation.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starts with the conversation.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competitor digitized the paperwork. Scrybe eliminates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0" y="2103120"/>
            <a:ext cx="0" cy="237744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291840"/>
            <a:ext cx="3657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828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VOICE-FIRST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4526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FORM-FIRST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31546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Bonterra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CaseWorthy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Penelope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Otter.ai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26080" y="2194560"/>
            <a:ext cx="1097280" cy="36576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SCRYBE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2468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players are 12-18 months behind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AI. We're live now.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3017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PE-backed incumbents raised prices 55%.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contracts, declining support.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3566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Otter.ai records calls but creates zero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workflows. You still type everything.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4114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Scrybe is the only tool that turns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conversation into completed work.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operators who lived the pain.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Richard Jones — Co-Founder &amp; CEO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years in nonprofit services — Scrybe's unfair distribution advantage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case manager: lived the documentation pain this product solves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relationships across California's nonprofit network over a decade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Landed Scrybe's first signed pilot partner and pipeline of 14+ orgs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3375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Valerie Phoenix — Co-Founder &amp; CTO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years tech lead &amp; senior engineering leader at compliance-focused startups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healthcare companies from seed through hyper-growth, acquisition, and IPO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Tech by Choice (10K+ members) — 8 years running a nonprofit firsthand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 entire Scrybe platform solo in 6 weeks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VC/startup network via Phoenixing LLC consulting and nonprofit ecosystem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$150K gets us to 100 users and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Medi-Cal billing revenue.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are the two milestones that unlock a $1-2M seed round.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5328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+ Compliance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072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certification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pen testing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+ legal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37560" y="25328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28072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expansion to 3 orgs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+ onboarding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100 paying users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852160" y="25328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Medi-Cal Billing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52160" y="28072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CHW certification workflows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partnerships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code automation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520440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check?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9136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 covers compliance and launches the pilot. $75K adds the GTM push to 50 users.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251960"/>
            <a:ext cx="7498080" cy="5029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2519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the same AI engine powers healthcare, legal, sales, and PM documentation — we prove the model in nonprofits first.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scrybe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conversations become your work.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017520"/>
            <a:ext cx="7498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91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Richard Jones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richard@scrybesolutions.com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Valerie Phoenix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valerie@scrybesolutions.com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3891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6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info@scrybesolutions.com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Scrybe - Pre-Seed Pitch Deck v11</dc:title>
  <dc:subject>PptxGenJS Presentation</dc:subject>
  <dc:creator>Scrybe</dc:creator>
  <cp:lastModifiedBy>Scrybe</cp:lastModifiedBy>
  <cp:revision>1</cp:revision>
  <dcterms:created xsi:type="dcterms:W3CDTF">2026-02-19T02:39:28Z</dcterms:created>
  <dcterms:modified xsi:type="dcterms:W3CDTF">2026-02-19T02:39:28Z</dcterms:modified>
</cp:coreProperties>
</file>