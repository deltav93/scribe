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TYqzGzcr7uddEf94bghKIr10y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4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Relationship Id="rId7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5486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1234440" y="5486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F8F6F2"/>
                </a:solidFill>
                <a:latin typeface="Georgia"/>
                <a:ea typeface="Georgia"/>
                <a:cs typeface="Georgia"/>
                <a:sym typeface="Georgia"/>
              </a:rPr>
              <a:t>scrybe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56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4956A"/>
                </a:solidFill>
                <a:latin typeface="Consolas"/>
                <a:ea typeface="Consolas"/>
                <a:cs typeface="Consolas"/>
                <a:sym typeface="Consolas"/>
              </a:rPr>
              <a:t>THE RELATIONSHIP SYSTEM OF RECORD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1828800"/>
            <a:ext cx="6400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4000"/>
              <a:buFont typeface="Georgia"/>
              <a:buNone/>
            </a:pPr>
            <a:r>
              <a:rPr b="0" i="0" lang="en-US" sz="4000" u="none" cap="none" strike="noStrike">
                <a:solidFill>
                  <a:srgbClr val="F8F6F2"/>
                </a:solidFill>
                <a:latin typeface="Georgia"/>
                <a:ea typeface="Georgia"/>
                <a:cs typeface="Georgia"/>
                <a:sym typeface="Georgia"/>
              </a:rPr>
              <a:t>Your Conversations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4000"/>
              <a:buFont typeface="Georgia"/>
              <a:buNone/>
            </a:pPr>
            <a:r>
              <a:rPr b="0" i="0" lang="en-US" sz="4000" u="none" cap="none" strike="noStrike">
                <a:solidFill>
                  <a:srgbClr val="F8F6F2"/>
                </a:solidFill>
                <a:latin typeface="Georgia"/>
                <a:ea typeface="Georgia"/>
                <a:cs typeface="Georgia"/>
                <a:sym typeface="Georgia"/>
              </a:rPr>
              <a:t>Become Your Work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33832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48A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D4B48A"/>
                </a:solidFill>
                <a:latin typeface="Georgia"/>
                <a:ea typeface="Georgia"/>
                <a:cs typeface="Georgia"/>
                <a:sym typeface="Georgia"/>
              </a:rPr>
              <a:t>Context during calls. Continuity across years.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6F2"/>
                </a:solidFill>
                <a:latin typeface="Calibri"/>
                <a:ea typeface="Calibri"/>
                <a:cs typeface="Calibri"/>
                <a:sym typeface="Calibri"/>
              </a:rPr>
              <a:t>Richard Jones</a:t>
            </a:r>
            <a:r>
              <a:rPr b="0" i="0" lang="en-US" sz="12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  Founder &amp; CEO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6F2"/>
                </a:solidFill>
                <a:latin typeface="Calibri"/>
                <a:ea typeface="Calibri"/>
                <a:cs typeface="Calibri"/>
                <a:sym typeface="Calibri"/>
              </a:rPr>
              <a:t>Valerie </a:t>
            </a:r>
            <a:r>
              <a:rPr b="1" lang="en-US" sz="1200">
                <a:solidFill>
                  <a:srgbClr val="F8F6F2"/>
                </a:solidFill>
                <a:latin typeface="Calibri"/>
                <a:ea typeface="Calibri"/>
                <a:cs typeface="Calibri"/>
                <a:sym typeface="Calibri"/>
              </a:rPr>
              <a:t>Phoenix</a:t>
            </a:r>
            <a:r>
              <a:rPr b="0" i="0" lang="en-US" sz="12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200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CTO</a:t>
            </a:r>
            <a:r>
              <a:rPr b="0" i="0" lang="en-US" sz="12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47548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659"/>
                </a:solidFill>
                <a:latin typeface="Consolas"/>
                <a:ea typeface="Consolas"/>
                <a:cs typeface="Consolas"/>
                <a:sym typeface="Consolas"/>
              </a:rPr>
              <a:t>February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5A36"/>
                </a:solidFill>
                <a:latin typeface="Consolas"/>
                <a:ea typeface="Consolas"/>
                <a:cs typeface="Consolas"/>
                <a:sym typeface="Consolas"/>
              </a:rPr>
              <a:t>01  THE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77724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Documentation pulls people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away from the work that matters.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2194560"/>
            <a:ext cx="2468880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0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423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822960" y="288036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7D5A36"/>
                </a:solidFill>
                <a:latin typeface="Georgia"/>
                <a:ea typeface="Georgia"/>
                <a:cs typeface="Georgia"/>
                <a:sym typeface="Georgia"/>
              </a:rPr>
              <a:t>10–30 min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22960" y="34290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spent documenting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every single 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383280" y="2194560"/>
            <a:ext cx="2468880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0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1880" y="2423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3566160" y="288036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7D5A36"/>
                </a:solidFill>
                <a:latin typeface="Georgia"/>
                <a:ea typeface="Georgia"/>
                <a:cs typeface="Georgia"/>
                <a:sym typeface="Georgia"/>
              </a:rPr>
              <a:t>400+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566160" y="34290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client notes per week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at a single nonprofit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126480" y="2194560"/>
            <a:ext cx="2468880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0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55080" y="2423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6309360" y="288036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7D5A36"/>
                </a:solidFill>
                <a:latin typeface="Georgia"/>
                <a:ea typeface="Georgia"/>
                <a:cs typeface="Georgia"/>
                <a:sym typeface="Georgia"/>
              </a:rPr>
              <a:t>2–5 hrs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309360" y="34290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daily lost to manual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data entry per worker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212080" y="2194560"/>
            <a:ext cx="3474720" cy="2011680"/>
          </a:xfrm>
          <a:prstGeom prst="rect">
            <a:avLst/>
          </a:prstGeom>
          <a:solidFill>
            <a:srgbClr val="2A2A2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440680" y="2377440"/>
            <a:ext cx="3017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F8F6F2"/>
                </a:solidFill>
                <a:latin typeface="Georgia"/>
                <a:ea typeface="Georgia"/>
                <a:cs typeface="Georgia"/>
                <a:sym typeface="Georgia"/>
              </a:rPr>
              <a:t>Have you ever had someone miss an important meeting — and nobody could get them the information they needed?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40080" y="44348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The average case manager spends more time documenting than serving clients.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E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56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4956A"/>
                </a:solidFill>
                <a:latin typeface="Consolas"/>
                <a:ea typeface="Consolas"/>
                <a:cs typeface="Consolas"/>
                <a:sym typeface="Consolas"/>
              </a:rPr>
              <a:t>02  THE 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40080" y="77724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F8F6F2"/>
                </a:solidFill>
                <a:latin typeface="Georgia"/>
                <a:ea typeface="Georgia"/>
                <a:cs typeface="Georgia"/>
                <a:sym typeface="Georgia"/>
              </a:rPr>
              <a:t>Do the work once.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F8F6F2"/>
                </a:solidFill>
                <a:latin typeface="Georgia"/>
                <a:ea typeface="Georgia"/>
                <a:cs typeface="Georgia"/>
                <a:sym typeface="Georgia"/>
              </a:rPr>
              <a:t>Let Scrybe handle the rest.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40080" y="19202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A857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One call. One meeting. One session. Scrybe turns it into documentation, reports, follow-ups, and insights — so your team stays focused on impact.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40080" y="2788920"/>
            <a:ext cx="2560320" cy="1005840"/>
          </a:xfrm>
          <a:prstGeom prst="rect">
            <a:avLst/>
          </a:prstGeom>
          <a:solidFill>
            <a:srgbClr val="2A2A2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926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1143000" y="2880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6F2"/>
                </a:solidFill>
                <a:latin typeface="Calibri"/>
                <a:ea typeface="Calibri"/>
                <a:cs typeface="Calibri"/>
                <a:sym typeface="Calibri"/>
              </a:rPr>
              <a:t>VoIP Calling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143000" y="317296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5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Make calls through Scrybe. Every conversation captured.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429000" y="2788920"/>
            <a:ext cx="2560320" cy="1005840"/>
          </a:xfrm>
          <a:prstGeom prst="rect">
            <a:avLst/>
          </a:prstGeom>
          <a:solidFill>
            <a:srgbClr val="2A2A2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160" y="2926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3931920" y="2880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6F2"/>
                </a:solidFill>
                <a:latin typeface="Calibri"/>
                <a:ea typeface="Calibri"/>
                <a:cs typeface="Calibri"/>
                <a:sym typeface="Calibri"/>
              </a:rPr>
              <a:t>Smart Documentation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931920" y="317296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5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AI transcription auto-populates forms and case notes.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217920" y="2788920"/>
            <a:ext cx="2560320" cy="1005840"/>
          </a:xfrm>
          <a:prstGeom prst="rect">
            <a:avLst/>
          </a:prstGeom>
          <a:solidFill>
            <a:srgbClr val="2A2A2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55080" y="2926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6720840" y="2880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6F2"/>
                </a:solidFill>
                <a:latin typeface="Calibri"/>
                <a:ea typeface="Calibri"/>
                <a:cs typeface="Calibri"/>
                <a:sym typeface="Calibri"/>
              </a:rPr>
              <a:t>Follow-ups &amp; Tasks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720840" y="317296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5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Action items extracted and assigned automatically.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40080" y="3977640"/>
            <a:ext cx="2560320" cy="1005840"/>
          </a:xfrm>
          <a:prstGeom prst="rect">
            <a:avLst/>
          </a:prstGeom>
          <a:solidFill>
            <a:srgbClr val="2A2A2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240" y="4114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1143000" y="40690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6F2"/>
                </a:solidFill>
                <a:latin typeface="Calibri"/>
                <a:ea typeface="Calibri"/>
                <a:cs typeface="Calibri"/>
                <a:sym typeface="Calibri"/>
              </a:rPr>
              <a:t>Reports &amp; Compliance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143000" y="436168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5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Grant-ready reports generated from your conversations.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429000" y="3977640"/>
            <a:ext cx="2560320" cy="1005840"/>
          </a:xfrm>
          <a:prstGeom prst="rect">
            <a:avLst/>
          </a:prstGeom>
          <a:solidFill>
            <a:srgbClr val="2A2A2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66160" y="4114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3931920" y="40690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6F2"/>
                </a:solidFill>
                <a:latin typeface="Calibri"/>
                <a:ea typeface="Calibri"/>
                <a:cs typeface="Calibri"/>
                <a:sym typeface="Calibri"/>
              </a:rPr>
              <a:t>No One Left Behind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931920" y="436168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5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Meeting notes sent to everyone who needs them.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217920" y="3977640"/>
            <a:ext cx="2560320" cy="1005840"/>
          </a:xfrm>
          <a:prstGeom prst="rect">
            <a:avLst/>
          </a:prstGeom>
          <a:solidFill>
            <a:srgbClr val="2A2A2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55080" y="4114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6720840" y="40690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6F2"/>
                </a:solidFill>
                <a:latin typeface="Calibri"/>
                <a:ea typeface="Calibri"/>
                <a:cs typeface="Calibri"/>
                <a:sym typeface="Calibri"/>
              </a:rPr>
              <a:t>Secure &amp; Compliant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720840" y="436168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5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HIPAA-compliant. AES-256 encrypted. Role-based access.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8D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5A36"/>
                </a:solidFill>
                <a:latin typeface="Consolas"/>
                <a:ea typeface="Consolas"/>
                <a:cs typeface="Consolas"/>
                <a:sym typeface="Consolas"/>
              </a:rPr>
              <a:t>03  PILOT PARTNER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40080" y="868680"/>
            <a:ext cx="7315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“People don’t need a resource.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They need people. What we come across 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we’re sitting there bogged down with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so much data that people are walking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through the doors and I’m having 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get up and say, I got more data to enter.”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40080" y="32461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D5A36"/>
                </a:solidFill>
                <a:latin typeface="Georgia"/>
                <a:ea typeface="Georgia"/>
                <a:cs typeface="Georgia"/>
                <a:sym typeface="Georgia"/>
              </a:rPr>
              <a:t>— Karley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40080" y="3566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Director of Reentry Services, Family Assistance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40080" y="4023360"/>
            <a:ext cx="237744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40080" y="4023360"/>
            <a:ext cx="54864" cy="777240"/>
          </a:xfrm>
          <a:prstGeom prst="rect">
            <a:avLst/>
          </a:prstGeom>
          <a:solidFill>
            <a:srgbClr val="C4956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822960" y="409651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7D5A36"/>
                </a:solidFill>
                <a:latin typeface="Georgia"/>
                <a:ea typeface="Georgia"/>
                <a:cs typeface="Georgia"/>
                <a:sym typeface="Georgia"/>
              </a:rPr>
              <a:t>$30M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22960" y="446227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Organization 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291840" y="4023360"/>
            <a:ext cx="237744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291840" y="4023360"/>
            <a:ext cx="54864" cy="777240"/>
          </a:xfrm>
          <a:prstGeom prst="rect">
            <a:avLst/>
          </a:prstGeom>
          <a:solidFill>
            <a:srgbClr val="C4956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474720" y="409651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7D5A36"/>
                </a:solidFill>
                <a:latin typeface="Georgia"/>
                <a:ea typeface="Georgia"/>
                <a:cs typeface="Georgia"/>
                <a:sym typeface="Georgia"/>
              </a:rPr>
              <a:t>14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474720" y="446227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Partner Nonprofits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943600" y="4023360"/>
            <a:ext cx="237744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943600" y="4023360"/>
            <a:ext cx="54864" cy="777240"/>
          </a:xfrm>
          <a:prstGeom prst="rect">
            <a:avLst/>
          </a:prstGeom>
          <a:solidFill>
            <a:srgbClr val="C4956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126480" y="409651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7D5A36"/>
                </a:solidFill>
                <a:latin typeface="Georgia"/>
                <a:ea typeface="Georgia"/>
                <a:cs typeface="Georgia"/>
                <a:sym typeface="Georgia"/>
              </a:rPr>
              <a:t>400+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126480" y="446227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Client Interactions Weekly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5A36"/>
                </a:solidFill>
                <a:latin typeface="Consolas"/>
                <a:ea typeface="Consolas"/>
                <a:cs typeface="Consolas"/>
                <a:sym typeface="Consolas"/>
              </a:rPr>
              <a:t>04  HOW IT WORKS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40080" y="77724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One conversation. Six outputs.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57200" y="1600200"/>
            <a:ext cx="2377440" cy="3017520"/>
          </a:xfrm>
          <a:prstGeom prst="rect">
            <a:avLst/>
          </a:prstGeom>
          <a:solidFill>
            <a:srgbClr val="0C0C0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828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685800" y="22860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F8F6F2"/>
                </a:solidFill>
                <a:latin typeface="Georgia"/>
                <a:ea typeface="Georgia"/>
                <a:cs typeface="Georgia"/>
                <a:sym typeface="Georgia"/>
              </a:rPr>
              <a:t>Make the Call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85800" y="265176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A85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Your team makes calls through Scrybe’s built-in phone system. No extra steps. No separate tools.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00" y="28346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3383280" y="1600200"/>
            <a:ext cx="2377440" cy="3017520"/>
          </a:xfrm>
          <a:prstGeom prst="rect">
            <a:avLst/>
          </a:prstGeom>
          <a:solidFill>
            <a:srgbClr val="0C0C0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1880" y="1828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/>
          <p:nvPr/>
        </p:nvSpPr>
        <p:spPr>
          <a:xfrm>
            <a:off x="3611880" y="22860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F8F6F2"/>
                </a:solidFill>
                <a:latin typeface="Georgia"/>
                <a:ea typeface="Georgia"/>
                <a:cs typeface="Georgia"/>
                <a:sym typeface="Georgia"/>
              </a:rPr>
              <a:t>Scrybe Captures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611880" y="265176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A85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AI transcribes the conversation, extracts key data points, identifies action items, and maps responses to your forms.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7880" y="28346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6309360" y="1600200"/>
            <a:ext cx="2560320" cy="3017520"/>
          </a:xfrm>
          <a:prstGeom prst="rect">
            <a:avLst/>
          </a:prstGeom>
          <a:solidFill>
            <a:srgbClr val="0C0C0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7960" y="1828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6537960" y="22860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F8F6F2"/>
                </a:solidFill>
                <a:latin typeface="Georgia"/>
                <a:ea typeface="Georgia"/>
                <a:cs typeface="Georgia"/>
                <a:sym typeface="Georgia"/>
              </a:rPr>
              <a:t>Work Gets Done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7960" y="26974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6766560" y="26517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48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B48A"/>
                </a:solidFill>
                <a:latin typeface="Calibri"/>
                <a:ea typeface="Calibri"/>
                <a:cs typeface="Calibri"/>
                <a:sym typeface="Calibri"/>
              </a:rPr>
              <a:t>Case notes populated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7960" y="29718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6766560" y="29260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48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B48A"/>
                </a:solidFill>
                <a:latin typeface="Calibri"/>
                <a:ea typeface="Calibri"/>
                <a:cs typeface="Calibri"/>
                <a:sym typeface="Calibri"/>
              </a:rPr>
              <a:t>Forms auto-filled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7960" y="32461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6766560" y="32004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48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B48A"/>
                </a:solidFill>
                <a:latin typeface="Calibri"/>
                <a:ea typeface="Calibri"/>
                <a:cs typeface="Calibri"/>
                <a:sym typeface="Calibri"/>
              </a:rPr>
              <a:t>Follow-ups assigned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7960" y="35204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6766560" y="34747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48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B48A"/>
                </a:solidFill>
                <a:latin typeface="Calibri"/>
                <a:ea typeface="Calibri"/>
                <a:cs typeface="Calibri"/>
                <a:sym typeface="Calibri"/>
              </a:rPr>
              <a:t>Team notified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7960" y="37947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6766560" y="374904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48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B48A"/>
                </a:solidFill>
                <a:latin typeface="Calibri"/>
                <a:ea typeface="Calibri"/>
                <a:cs typeface="Calibri"/>
                <a:sym typeface="Calibri"/>
              </a:rPr>
              <a:t>Reports updated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7960" y="40690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6766560" y="40233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48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B48A"/>
                </a:solidFill>
                <a:latin typeface="Calibri"/>
                <a:ea typeface="Calibri"/>
                <a:cs typeface="Calibri"/>
                <a:sym typeface="Calibri"/>
              </a:rPr>
              <a:t>Grant progress tracked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8D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5A36"/>
                </a:solidFill>
                <a:latin typeface="Consolas"/>
                <a:ea typeface="Consolas"/>
                <a:cs typeface="Consolas"/>
                <a:sym typeface="Consolas"/>
              </a:rPr>
              <a:t>05  VISION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40080" y="77724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Starting with nonprofits.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Built for every industry.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40080" y="19659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The same source-of-truth platform that transforms nonprofit case management can serve any organization where conversations drive outcomes.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40080" y="2651760"/>
            <a:ext cx="19659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2834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/>
          <p:nvPr/>
        </p:nvSpPr>
        <p:spPr>
          <a:xfrm>
            <a:off x="777240" y="324612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Nonprofits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777240" y="352044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Case management, grant compliance, client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777240" y="4206240"/>
            <a:ext cx="1097280" cy="256032"/>
          </a:xfrm>
          <a:prstGeom prst="roundRect">
            <a:avLst>
              <a:gd fmla="val 17857" name="adj"/>
            </a:avLst>
          </a:prstGeom>
          <a:solidFill>
            <a:srgbClr val="E8F5E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777240" y="42062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4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2E6B4F"/>
                </a:solidFill>
                <a:latin typeface="Consolas"/>
                <a:ea typeface="Consolas"/>
                <a:cs typeface="Consolas"/>
                <a:sym typeface="Consolas"/>
              </a:rPr>
              <a:t>Active Pilot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788920" y="2651760"/>
            <a:ext cx="19659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00" y="2834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2926080" y="324612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Healthcare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2926080" y="352044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Patient follow-ups, insurance tracking, HIPAA workflows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926080" y="4206240"/>
            <a:ext cx="1097280" cy="256032"/>
          </a:xfrm>
          <a:prstGeom prst="roundRect">
            <a:avLst>
              <a:gd fmla="val 17857" name="adj"/>
            </a:avLst>
          </a:prstGeom>
          <a:solidFill>
            <a:srgbClr val="F5F0E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2926080" y="42062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7D5A36"/>
                </a:solidFill>
                <a:latin typeface="Consolas"/>
                <a:ea typeface="Consolas"/>
                <a:cs typeface="Consolas"/>
                <a:sym typeface="Consolas"/>
              </a:rPr>
              <a:t>Phase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937760" y="2651760"/>
            <a:ext cx="19659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0640" y="2834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5074920" y="324612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Legal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074920" y="352044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Client intake, case documentation, billing capture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074920" y="4206240"/>
            <a:ext cx="1097280" cy="256032"/>
          </a:xfrm>
          <a:prstGeom prst="roundRect">
            <a:avLst>
              <a:gd fmla="val 17857" name="adj"/>
            </a:avLst>
          </a:prstGeom>
          <a:solidFill>
            <a:srgbClr val="F5F0E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5074920" y="42062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7D5A36"/>
                </a:solidFill>
                <a:latin typeface="Consolas"/>
                <a:ea typeface="Consolas"/>
                <a:cs typeface="Consolas"/>
                <a:sym typeface="Consolas"/>
              </a:rPr>
              <a:t>Phase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086600" y="2651760"/>
            <a:ext cx="19659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69480" y="2834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/>
          <p:nvPr/>
        </p:nvSpPr>
        <p:spPr>
          <a:xfrm>
            <a:off x="7223760" y="324612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Government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223760" y="352044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659"/>
                </a:solidFill>
                <a:latin typeface="Calibri"/>
                <a:ea typeface="Calibri"/>
                <a:cs typeface="Calibri"/>
                <a:sym typeface="Calibri"/>
              </a:rPr>
              <a:t>Program oversight, constituent services, reporting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7223760" y="4206240"/>
            <a:ext cx="1097280" cy="256032"/>
          </a:xfrm>
          <a:prstGeom prst="roundRect">
            <a:avLst>
              <a:gd fmla="val 17857" name="adj"/>
            </a:avLst>
          </a:prstGeom>
          <a:solidFill>
            <a:srgbClr val="F5F0E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7223760" y="42062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5A3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7D5A36"/>
                </a:solidFill>
                <a:latin typeface="Consolas"/>
                <a:ea typeface="Consolas"/>
                <a:cs typeface="Consolas"/>
                <a:sym typeface="Consolas"/>
              </a:rPr>
              <a:t>Phase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E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457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640080" y="10972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56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4956A"/>
                </a:solidFill>
                <a:latin typeface="Consolas"/>
                <a:ea typeface="Consolas"/>
                <a:cs typeface="Consolas"/>
                <a:sym typeface="Consolas"/>
              </a:rPr>
              <a:t>06  NEXT 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40080" y="146304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F8F6F2"/>
                </a:solidFill>
                <a:latin typeface="Georgia"/>
                <a:ea typeface="Georgia"/>
                <a:cs typeface="Georgia"/>
                <a:sym typeface="Georgia"/>
              </a:rPr>
              <a:t>Let’s bring Scrybe to the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F8F6F2"/>
                </a:solidFill>
                <a:latin typeface="Georgia"/>
                <a:ea typeface="Georgia"/>
                <a:cs typeface="Georgia"/>
                <a:sym typeface="Georgia"/>
              </a:rPr>
              <a:t>organizations that need it most.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40080" y="2862072"/>
            <a:ext cx="109728" cy="109728"/>
          </a:xfrm>
          <a:prstGeom prst="ellipse">
            <a:avLst/>
          </a:prstGeom>
          <a:solidFill>
            <a:srgbClr val="C4956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914400" y="27706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5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956A"/>
                </a:solidFill>
                <a:latin typeface="Calibri"/>
                <a:ea typeface="Calibri"/>
                <a:cs typeface="Calibri"/>
                <a:sym typeface="Calibri"/>
              </a:rPr>
              <a:t>Introductions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2743200" y="2770632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85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Connect us with nonprofit leaders in your network who struggle with documentation and communication silos.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40080" y="3547872"/>
            <a:ext cx="109728" cy="109728"/>
          </a:xfrm>
          <a:prstGeom prst="ellipse">
            <a:avLst/>
          </a:prstGeom>
          <a:solidFill>
            <a:srgbClr val="C4956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914400" y="34564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5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956A"/>
                </a:solidFill>
                <a:latin typeface="Calibri"/>
                <a:ea typeface="Calibri"/>
                <a:cs typeface="Calibri"/>
                <a:sym typeface="Calibri"/>
              </a:rPr>
              <a:t>Salvation Army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2743200" y="3456432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85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We’d love to explore how Scrybe’s “no one gets left behind” positioning can serve a national organization at scale.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40080" y="4233672"/>
            <a:ext cx="109728" cy="109728"/>
          </a:xfrm>
          <a:prstGeom prst="ellipse">
            <a:avLst/>
          </a:prstGeom>
          <a:solidFill>
            <a:srgbClr val="C4956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914400" y="41422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5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956A"/>
                </a:solidFill>
                <a:latin typeface="Calibri"/>
                <a:ea typeface="Calibri"/>
                <a:cs typeface="Calibri"/>
                <a:sym typeface="Calibri"/>
              </a:rPr>
              <a:t>Visibility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2743200" y="4142232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85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Help us get in front of the right audiences through your PR network to build awareness in the nonprofit space.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5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B6659"/>
                </a:solidFill>
                <a:latin typeface="Consolas"/>
                <a:ea typeface="Consolas"/>
                <a:cs typeface="Consolas"/>
                <a:sym typeface="Consolas"/>
              </a:rPr>
              <a:t>richard@scrybesolutions.com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589520" y="46634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F8F6F2"/>
                </a:solidFill>
                <a:latin typeface="Georgia"/>
                <a:ea typeface="Georgia"/>
                <a:cs typeface="Georgia"/>
                <a:sym typeface="Georgia"/>
              </a:rPr>
              <a:t>scrybe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2026-02-10T05:28:40Z</dcterms:created>
  <dc:creator>Scrybe Solutions</dc:creator>
</cp:coreProperties>
</file>